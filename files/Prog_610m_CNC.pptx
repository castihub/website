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906000" cy="6858000" type="A4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84" autoAdjust="0"/>
  </p:normalViewPr>
  <p:slideViewPr>
    <p:cSldViewPr>
      <p:cViewPr varScale="1">
        <p:scale>
          <a:sx n="68" d="100"/>
          <a:sy n="68" d="100"/>
        </p:scale>
        <p:origin x="1188" y="7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21/06/2016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21/06/2016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21/06/2016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21/06/2016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21/06/2016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21/06/2016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21/06/2016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21/06/2016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21/06/2016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21/06/2016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pPr/>
              <a:t>21/06/2016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pPr/>
              <a:t>21/06/2016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09" y="573146"/>
            <a:ext cx="8346455" cy="5736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1_Cero_Piez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3488" y="548680"/>
            <a:ext cx="8497984" cy="56381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2_Trayec_posicionar_material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3120" y="620688"/>
            <a:ext cx="8473000" cy="56166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3_Trayec_refrentad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83679" y="692696"/>
            <a:ext cx="8274907" cy="54726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4_Trayec_desbaste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4528" y="620688"/>
            <a:ext cx="8426992" cy="55649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 descr="5a_Trayec_afinad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48544" y="692695"/>
            <a:ext cx="8289165" cy="55002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5b_Comp_afinad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4930" y="620688"/>
            <a:ext cx="8269990" cy="54726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6_Trayec_broc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4928" y="620688"/>
            <a:ext cx="8378834" cy="55446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7a_Trayec_roscad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6517" y="692696"/>
            <a:ext cx="8252966" cy="54726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7b_Ciclo_roscad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1421" y="764704"/>
            <a:ext cx="8043157" cy="53285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8_Trayec_tronzad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1718" y="662770"/>
            <a:ext cx="8307746" cy="55025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0</Words>
  <Application>Microsoft Office PowerPoint</Application>
  <PresentationFormat>A4 (210 x 297 mm)</PresentationFormat>
  <Paragraphs>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Gmo</dc:creator>
  <cp:lastModifiedBy>Gmo</cp:lastModifiedBy>
  <cp:revision>20</cp:revision>
  <dcterms:created xsi:type="dcterms:W3CDTF">2014-11-30T03:26:23Z</dcterms:created>
  <dcterms:modified xsi:type="dcterms:W3CDTF">2016-06-21T15:43:56Z</dcterms:modified>
</cp:coreProperties>
</file>