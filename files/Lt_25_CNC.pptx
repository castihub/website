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64350" cy="9996488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62" autoAdjust="0"/>
    <p:restoredTop sz="94552" autoAdjust="0"/>
  </p:normalViewPr>
  <p:slideViewPr>
    <p:cSldViewPr snapToGrid="0">
      <p:cViewPr>
        <p:scale>
          <a:sx n="98" d="100"/>
          <a:sy n="98" d="100"/>
        </p:scale>
        <p:origin x="-390" y="-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8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7788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5CED0-4E78-4AD2-BA59-30B95765529D}" type="datetimeFigureOut">
              <a:rPr lang="es-CL" smtClean="0"/>
              <a:t>02-12-2014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1249363"/>
            <a:ext cx="4498975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810125"/>
            <a:ext cx="5492750" cy="3937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7788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04EF5-7995-4E4C-90B6-7EDDE5A3066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446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04EF5-7995-4E4C-90B6-7EDDE5A30666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768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896173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395571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0" y="1709745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0" y="4589470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68841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261279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365129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207239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996689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533192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2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173485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2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3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2032942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915010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8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3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628623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2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1EF1B-A2FC-4B97-8424-41BDFEC9F62F}" type="datetimeFigureOut">
              <a:rPr lang="es-CL" smtClean="0"/>
              <a:pPr/>
              <a:t>02-12-2014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2" y="635635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EEA93-0126-4B88-9879-349DB9BC2272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178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704384"/>
            <a:ext cx="4521759" cy="267502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30" y="3387424"/>
            <a:ext cx="4320766" cy="2816599"/>
          </a:xfrm>
          <a:prstGeom prst="rect">
            <a:avLst/>
          </a:prstGeom>
        </p:spPr>
      </p:pic>
      <p:sp>
        <p:nvSpPr>
          <p:cNvPr id="13" name="12 CuadroTexto"/>
          <p:cNvSpPr txBox="1"/>
          <p:nvPr/>
        </p:nvSpPr>
        <p:spPr>
          <a:xfrm>
            <a:off x="1043362" y="1342300"/>
            <a:ext cx="2684585" cy="603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62" dirty="0"/>
              <a:t>Torno </a:t>
            </a:r>
            <a:r>
              <a:rPr lang="es-CL" sz="1662" dirty="0" err="1"/>
              <a:t>Leadwell</a:t>
            </a:r>
            <a:r>
              <a:rPr lang="es-CL" sz="1662" dirty="0"/>
              <a:t> LT-25   con alimentador de barras DH 65</a:t>
            </a:r>
            <a:endParaRPr lang="es-CL" sz="1662" dirty="0"/>
          </a:p>
        </p:txBody>
      </p:sp>
      <p:cxnSp>
        <p:nvCxnSpPr>
          <p:cNvPr id="15" name="14 Conector recto de flecha"/>
          <p:cNvCxnSpPr/>
          <p:nvPr/>
        </p:nvCxnSpPr>
        <p:spPr>
          <a:xfrm>
            <a:off x="1066800" y="2010515"/>
            <a:ext cx="2696308" cy="879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5610225" y="4309337"/>
            <a:ext cx="2550129" cy="603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62" dirty="0"/>
              <a:t>Vista </a:t>
            </a:r>
            <a:r>
              <a:rPr lang="es-CL" sz="1662" dirty="0" smtClean="0"/>
              <a:t>frontal </a:t>
            </a:r>
            <a:r>
              <a:rPr lang="es-CL" sz="1662" dirty="0"/>
              <a:t>del torno </a:t>
            </a:r>
            <a:r>
              <a:rPr lang="es-CL" sz="1662" dirty="0" smtClean="0"/>
              <a:t>con el </a:t>
            </a:r>
            <a:r>
              <a:rPr lang="es-CL" sz="1662" dirty="0"/>
              <a:t>extractor de virutas</a:t>
            </a:r>
            <a:endParaRPr lang="es-CL" sz="1662" dirty="0"/>
          </a:p>
        </p:txBody>
      </p:sp>
      <p:cxnSp>
        <p:nvCxnSpPr>
          <p:cNvPr id="25" name="24 Conector recto de flecha"/>
          <p:cNvCxnSpPr/>
          <p:nvPr/>
        </p:nvCxnSpPr>
        <p:spPr>
          <a:xfrm flipH="1" flipV="1">
            <a:off x="5610225" y="5029200"/>
            <a:ext cx="2466976" cy="47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37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544" y="429625"/>
            <a:ext cx="1149676" cy="593169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490" y="409918"/>
            <a:ext cx="2299799" cy="59815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31" y="2000109"/>
            <a:ext cx="4687159" cy="4019031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1355834" y="503872"/>
            <a:ext cx="2596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u="sng" dirty="0" smtClean="0"/>
              <a:t>Estructura del torno Lt-25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756745" y="1072055"/>
            <a:ext cx="37837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 smtClean="0"/>
              <a:t>Cabezal, Bancada inclinada, Contrapunta,</a:t>
            </a:r>
          </a:p>
          <a:p>
            <a:r>
              <a:rPr lang="es-CL" sz="1600" dirty="0" smtClean="0"/>
              <a:t>Motores para desplazar la Torreta Revolver,</a:t>
            </a:r>
          </a:p>
          <a:p>
            <a:r>
              <a:rPr lang="es-CL" sz="1600" dirty="0" smtClean="0"/>
              <a:t>Unidad hidráulica 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3141452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53" y="796648"/>
            <a:ext cx="3846972" cy="284040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239" y="3017173"/>
            <a:ext cx="3951113" cy="3113154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5280917" y="996593"/>
            <a:ext cx="29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/>
              <a:t>Alimentador de barras DH 65</a:t>
            </a:r>
            <a:endParaRPr lang="es-CL" dirty="0"/>
          </a:p>
        </p:txBody>
      </p:sp>
      <p:cxnSp>
        <p:nvCxnSpPr>
          <p:cNvPr id="6" name="Conector recto de flecha 5"/>
          <p:cNvCxnSpPr/>
          <p:nvPr/>
        </p:nvCxnSpPr>
        <p:spPr>
          <a:xfrm flipH="1">
            <a:off x="5157627" y="1438382"/>
            <a:ext cx="3030877" cy="10274"/>
          </a:xfrm>
          <a:prstGeom prst="straightConnector1">
            <a:avLst/>
          </a:prstGeom>
          <a:ln>
            <a:headEnd w="med" len="lg"/>
            <a:tailEnd type="stealth" w="med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1010895" y="4267200"/>
            <a:ext cx="2997513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u="sng" dirty="0" smtClean="0"/>
              <a:t>Vista posterior del torno </a:t>
            </a:r>
          </a:p>
          <a:p>
            <a:pPr algn="ctr"/>
            <a:endParaRPr lang="es-CL" sz="900" u="sng" dirty="0" smtClean="0"/>
          </a:p>
          <a:p>
            <a:pPr algn="ctr"/>
            <a:r>
              <a:rPr lang="es-CL" sz="1600" dirty="0" smtClean="0"/>
              <a:t>Sin la cubierta de las guías y con el armario electrónico abierto</a:t>
            </a:r>
            <a:endParaRPr lang="es-CL" sz="1600" dirty="0"/>
          </a:p>
        </p:txBody>
      </p:sp>
      <p:cxnSp>
        <p:nvCxnSpPr>
          <p:cNvPr id="9" name="Conector recto de flecha 8"/>
          <p:cNvCxnSpPr/>
          <p:nvPr/>
        </p:nvCxnSpPr>
        <p:spPr>
          <a:xfrm flipV="1">
            <a:off x="1330344" y="5422586"/>
            <a:ext cx="2766204" cy="115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620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015" y="2828446"/>
            <a:ext cx="4577995" cy="3433495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4475527" y="771181"/>
            <a:ext cx="2913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smtClean="0"/>
              <a:t>Torreta Revolver de 12 htas.</a:t>
            </a:r>
          </a:p>
          <a:p>
            <a:pPr algn="ctr"/>
            <a:r>
              <a:rPr lang="es-CL" dirty="0" smtClean="0"/>
              <a:t>y  contrapunta</a:t>
            </a:r>
            <a:endParaRPr lang="es-CL" dirty="0"/>
          </a:p>
        </p:txBody>
      </p:sp>
      <p:sp>
        <p:nvSpPr>
          <p:cNvPr id="5" name="CuadroTexto 4"/>
          <p:cNvSpPr txBox="1"/>
          <p:nvPr/>
        </p:nvSpPr>
        <p:spPr>
          <a:xfrm>
            <a:off x="674709" y="4545193"/>
            <a:ext cx="322794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u="sng" dirty="0" smtClean="0"/>
              <a:t>Brazo con sensor de medición </a:t>
            </a:r>
          </a:p>
          <a:p>
            <a:pPr algn="ctr"/>
            <a:endParaRPr lang="es-CL" sz="900" dirty="0"/>
          </a:p>
          <a:p>
            <a:pPr algn="ctr"/>
            <a:r>
              <a:rPr lang="es-CL" dirty="0" smtClean="0"/>
              <a:t>de los offset de las htas. en dirección X y Z</a:t>
            </a:r>
            <a:endParaRPr lang="es-CL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91" y="387693"/>
            <a:ext cx="2934644" cy="3592231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 flipH="1">
            <a:off x="4475527" y="1532238"/>
            <a:ext cx="2913813" cy="24713"/>
          </a:xfrm>
          <a:prstGeom prst="straightConnector1">
            <a:avLst/>
          </a:prstGeom>
          <a:ln>
            <a:headEnd type="none" w="lg" len="med"/>
            <a:tailEnd type="triangle" w="med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V="1">
            <a:off x="753762" y="5844746"/>
            <a:ext cx="3150973" cy="12357"/>
          </a:xfrm>
          <a:prstGeom prst="straightConnector1">
            <a:avLst/>
          </a:prstGeom>
          <a:ln>
            <a:headEnd w="med" len="lg"/>
            <a:tailEnd type="triangle" w="med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297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06" y="822158"/>
            <a:ext cx="3757157" cy="281786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736" y="3496510"/>
            <a:ext cx="3756075" cy="2817056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5115697" y="1260389"/>
            <a:ext cx="337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u="sng" dirty="0" smtClean="0"/>
              <a:t>Medición del offset en dirección X</a:t>
            </a:r>
            <a:endParaRPr lang="es-CL" u="sng" dirty="0"/>
          </a:p>
        </p:txBody>
      </p:sp>
      <p:sp>
        <p:nvSpPr>
          <p:cNvPr id="6" name="CuadroTexto 5"/>
          <p:cNvSpPr txBox="1"/>
          <p:nvPr/>
        </p:nvSpPr>
        <p:spPr>
          <a:xfrm>
            <a:off x="884106" y="4460790"/>
            <a:ext cx="3453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u="sng" dirty="0"/>
              <a:t>Medición del offset en dirección </a:t>
            </a:r>
            <a:r>
              <a:rPr lang="es-CL" u="sng" dirty="0" smtClean="0"/>
              <a:t>Z</a:t>
            </a:r>
            <a:endParaRPr lang="es-CL" u="sng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55070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146" y="772297"/>
            <a:ext cx="3962217" cy="528295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2043751" y="284205"/>
            <a:ext cx="439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u="sng" dirty="0" smtClean="0"/>
              <a:t>Consola de visualización y control del equipo</a:t>
            </a:r>
            <a:endParaRPr lang="es-CL" u="sng" dirty="0"/>
          </a:p>
        </p:txBody>
      </p:sp>
      <p:sp>
        <p:nvSpPr>
          <p:cNvPr id="7" name="Elipse 6"/>
          <p:cNvSpPr/>
          <p:nvPr/>
        </p:nvSpPr>
        <p:spPr>
          <a:xfrm>
            <a:off x="4819136" y="2038865"/>
            <a:ext cx="641832" cy="4572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2" name="Conector recto de flecha 11"/>
          <p:cNvCxnSpPr/>
          <p:nvPr/>
        </p:nvCxnSpPr>
        <p:spPr>
          <a:xfrm flipV="1">
            <a:off x="5374202" y="1155312"/>
            <a:ext cx="1063668" cy="93925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6307123" y="653537"/>
            <a:ext cx="235266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u="sng" dirty="0" smtClean="0"/>
              <a:t>Teclas para seleccionar función de la pantalla</a:t>
            </a:r>
          </a:p>
          <a:p>
            <a:pPr algn="ctr"/>
            <a:endParaRPr lang="es-CL" sz="800" u="sng" dirty="0"/>
          </a:p>
          <a:p>
            <a:r>
              <a:rPr lang="es-CL" sz="1600" dirty="0" smtClean="0"/>
              <a:t>- Coordenadas X y Z</a:t>
            </a:r>
          </a:p>
          <a:p>
            <a:r>
              <a:rPr lang="es-CL" sz="1600" dirty="0" smtClean="0"/>
              <a:t>- Mostrar programa</a:t>
            </a:r>
          </a:p>
          <a:p>
            <a:r>
              <a:rPr lang="es-CL" sz="1600" dirty="0" smtClean="0"/>
              <a:t>- Datos de las Htas</a:t>
            </a:r>
          </a:p>
          <a:p>
            <a:r>
              <a:rPr lang="es-CL" sz="1600" dirty="0" smtClean="0"/>
              <a:t>- Mantenimiento</a:t>
            </a:r>
          </a:p>
          <a:p>
            <a:r>
              <a:rPr lang="es-CL" sz="1600" dirty="0" smtClean="0"/>
              <a:t>- Código de alarmas</a:t>
            </a:r>
          </a:p>
          <a:p>
            <a:r>
              <a:rPr lang="es-CL" sz="1600" dirty="0" smtClean="0"/>
              <a:t>- Simulación del </a:t>
            </a:r>
            <a:r>
              <a:rPr lang="es-CL" sz="1600" dirty="0" err="1" smtClean="0"/>
              <a:t>program</a:t>
            </a:r>
            <a:r>
              <a:rPr lang="es-CL" sz="1600" dirty="0" smtClean="0"/>
              <a:t>.</a:t>
            </a:r>
          </a:p>
        </p:txBody>
      </p:sp>
      <p:sp>
        <p:nvSpPr>
          <p:cNvPr id="18" name="Elipse 17"/>
          <p:cNvSpPr/>
          <p:nvPr/>
        </p:nvSpPr>
        <p:spPr>
          <a:xfrm>
            <a:off x="3731740" y="2759059"/>
            <a:ext cx="1941404" cy="1306314"/>
          </a:xfrm>
          <a:prstGeom prst="ellipse">
            <a:avLst/>
          </a:prstGeom>
          <a:noFill/>
          <a:ln w="285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9" name="Conector recto de flecha 18"/>
          <p:cNvCxnSpPr/>
          <p:nvPr/>
        </p:nvCxnSpPr>
        <p:spPr>
          <a:xfrm flipV="1">
            <a:off x="5659927" y="3340526"/>
            <a:ext cx="1099219" cy="100676"/>
          </a:xfrm>
          <a:prstGeom prst="straightConnector1">
            <a:avLst/>
          </a:prstGeom>
          <a:ln>
            <a:solidFill>
              <a:srgbClr val="FF00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6622361" y="3102261"/>
            <a:ext cx="2024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u="sng" dirty="0" smtClean="0"/>
              <a:t>Controles para la preparación y manejo manual del equipo</a:t>
            </a:r>
            <a:endParaRPr lang="es-CL" sz="1600" u="sng" dirty="0"/>
          </a:p>
        </p:txBody>
      </p:sp>
      <p:sp>
        <p:nvSpPr>
          <p:cNvPr id="29" name="Rectángulo redondeado 28"/>
          <p:cNvSpPr/>
          <p:nvPr/>
        </p:nvSpPr>
        <p:spPr>
          <a:xfrm>
            <a:off x="2458995" y="4196770"/>
            <a:ext cx="3435178" cy="1697403"/>
          </a:xfrm>
          <a:prstGeom prst="roundRect">
            <a:avLst/>
          </a:prstGeom>
          <a:noFill/>
          <a:ln w="31750"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1" name="Conector recto de flecha 30"/>
          <p:cNvCxnSpPr/>
          <p:nvPr/>
        </p:nvCxnSpPr>
        <p:spPr>
          <a:xfrm>
            <a:off x="5673144" y="4196251"/>
            <a:ext cx="1086002" cy="252181"/>
          </a:xfrm>
          <a:prstGeom prst="straightConnector1">
            <a:avLst/>
          </a:prstGeom>
          <a:ln w="254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/>
          <p:cNvSpPr txBox="1"/>
          <p:nvPr/>
        </p:nvSpPr>
        <p:spPr>
          <a:xfrm>
            <a:off x="6635578" y="4448432"/>
            <a:ext cx="21540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u="sng" dirty="0" smtClean="0"/>
              <a:t>Botonera e indicadores </a:t>
            </a:r>
          </a:p>
          <a:p>
            <a:r>
              <a:rPr lang="es-CL" sz="1600" dirty="0"/>
              <a:t>c</a:t>
            </a:r>
            <a:r>
              <a:rPr lang="es-CL" sz="1600" dirty="0" smtClean="0"/>
              <a:t>omplementarios para el manejo manual y preparación del equipo</a:t>
            </a:r>
            <a:endParaRPr lang="es-CL" sz="1600" dirty="0"/>
          </a:p>
        </p:txBody>
      </p:sp>
      <p:sp>
        <p:nvSpPr>
          <p:cNvPr id="37" name="Elipse 36"/>
          <p:cNvSpPr/>
          <p:nvPr/>
        </p:nvSpPr>
        <p:spPr>
          <a:xfrm>
            <a:off x="3048528" y="2838751"/>
            <a:ext cx="641832" cy="361649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8" name="Conector recto de flecha 37"/>
          <p:cNvCxnSpPr>
            <a:stCxn id="37" idx="2"/>
          </p:cNvCxnSpPr>
          <p:nvPr/>
        </p:nvCxnSpPr>
        <p:spPr>
          <a:xfrm flipH="1" flipV="1">
            <a:off x="1976932" y="2838751"/>
            <a:ext cx="1071596" cy="180825"/>
          </a:xfrm>
          <a:prstGeom prst="straightConnector1">
            <a:avLst/>
          </a:prstGeom>
          <a:ln w="22225"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114300" y="2496065"/>
            <a:ext cx="2065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u="sng" dirty="0" smtClean="0"/>
              <a:t>Teclado para manejo</a:t>
            </a:r>
            <a:r>
              <a:rPr lang="es-CL" sz="1600" dirty="0" smtClean="0"/>
              <a:t>:</a:t>
            </a:r>
          </a:p>
          <a:p>
            <a:endParaRPr lang="es-CL" sz="800" dirty="0" smtClean="0"/>
          </a:p>
          <a:p>
            <a:r>
              <a:rPr lang="es-CL" sz="1600" dirty="0" smtClean="0"/>
              <a:t>  - Automático</a:t>
            </a:r>
          </a:p>
          <a:p>
            <a:r>
              <a:rPr lang="es-CL" sz="1600" dirty="0" smtClean="0"/>
              <a:t>  - Semiautomático</a:t>
            </a:r>
          </a:p>
          <a:p>
            <a:r>
              <a:rPr lang="es-CL" sz="1600" dirty="0" smtClean="0"/>
              <a:t>  - Edición de </a:t>
            </a:r>
            <a:r>
              <a:rPr lang="es-CL" sz="1600" dirty="0" err="1" smtClean="0"/>
              <a:t>Prog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985604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6" grpId="0"/>
      <p:bldP spid="18" grpId="0" animBg="1"/>
      <p:bldP spid="27" grpId="0"/>
      <p:bldP spid="29" grpId="0" animBg="1"/>
      <p:bldP spid="36" grpId="0"/>
      <p:bldP spid="37" grpId="0" animBg="1"/>
      <p:bldP spid="42" grpId="0"/>
    </p:bld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969</TotalTime>
  <Words>171</Words>
  <Application>Microsoft Office PowerPoint</Application>
  <PresentationFormat>Presentación en pantalla (4:3)</PresentationFormat>
  <Paragraphs>35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Gmo</dc:creator>
  <cp:lastModifiedBy>Gmo</cp:lastModifiedBy>
  <cp:revision>35</cp:revision>
  <cp:lastPrinted>2014-12-02T19:04:07Z</cp:lastPrinted>
  <dcterms:created xsi:type="dcterms:W3CDTF">2014-11-28T22:13:29Z</dcterms:created>
  <dcterms:modified xsi:type="dcterms:W3CDTF">2014-12-03T00:29:45Z</dcterms:modified>
</cp:coreProperties>
</file>